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Баллы</c:v>
                </c:pt>
              </c:strCache>
            </c:strRef>
          </c:tx>
          <c:spPr>
            <a:solidFill>
              <a:srgbClr val="2E7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Функциональность</c:v>
                  </c:pt>
                  <c:pt idx="1">
                    <c:v>Точность ИИ</c:v>
                  </c:pt>
                  <c:pt idx="2">
                    <c:v>100% локальность</c:v>
                  </c:pt>
                  <c:pt idx="3">
                    <c:v>Доп. функции</c:v>
                  </c:pt>
                  <c:pt idx="4">
                    <c:v>UI/UX и скорость</c:v>
                  </c:pt>
                  <c:pt idx="5">
                    <c:v>Презентация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Баллы</c:v>
                </c:pt>
              </c:strCache>
            </c:strRef>
          </c:tx>
          <c:spPr>
            <a:solidFill>
              <a:srgbClr val="D965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Функционал и брендбук</c:v>
                  </c:pt>
                  <c:pt idx="1">
                    <c:v>Качество ИИ и визуала</c:v>
                  </c:pt>
                  <c:pt idx="2">
                    <c:v>Cost-Efficiency</c:v>
                  </c:pt>
                  <c:pt idx="3">
                    <c:v>Креативность</c:v>
                  </c:pt>
                  <c:pt idx="4">
                    <c:v>Питчинг и Live Demo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Сегодня два трека — команда выбирает один. Дальше по каждому: что обязательно, что даёт бонусы и как оценивает жюри.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Трек 1 — всё локально, облачные API запрещены. Трек 2 — API можно, но жюри считает стоимость одного пакета.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обязательных пунктов. Последний — ключевой: транскрибация и LLM запускаются на устройстве, данные никуда не уходят.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Бонусы необязательны, но дают до 15 баллов. Самые тяжёлые критерии — функциональность, точность без галлюцинаций и полная локальность. На демо жюри даст своё аудио.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Пайплайн: вход, LLM, генерация картинки, наложение брендбука, готовые постеры. Брендбук — обязательный модуль. И главное: считаем стоимость каждого запроса.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свобода в фичах. По баллам: функционал с брендбуком и качество ИИ — по 25, экономика — 20. Стек любой.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Полные ТЗ — в Telegram. Вопросы — в чат. Удачи!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STEPPE TECH HACK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Задания хакатона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Астана · центр Alem.ai · 8 часов разработки → питчинг и Live Demo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1F4470"/>
          </a:solidFill>
          <a:ln w="12700">
            <a:solidFill>
              <a:srgbClr val="1F4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383280"/>
            <a:ext cx="685800" cy="68580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35615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 01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Meeting Intelligence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ИИ-секретарь встреч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306324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1F4470"/>
          </a:solidFill>
          <a:ln w="12700">
            <a:solidFill>
              <a:srgbClr val="1F44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3383280"/>
            <a:ext cx="685800" cy="685800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8" y="35615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A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 02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Factory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85216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Генератор контента и постеров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трека — выбирайте один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 01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Meeting Intelligence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Аудио встречи → структурированный протокол, задачи и экспорт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063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Формат: </a:t>
            </a:r>
            <a:pPr indent="0" marL="0">
              <a:buNone/>
            </a:pPr>
            <a:r>
              <a:rPr lang="en-US" sz="11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Локальное приложение / микросервис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" y="35661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9136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3566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ограничение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одного запроса во внешние API — 100% offline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09160" y="123444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83480" y="1463040"/>
            <a:ext cx="640080" cy="640080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01" y="16294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76072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6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 02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76072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Factory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98348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или URL → брендированный медиа-пакет в один клик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983480" y="3063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Формат: </a:t>
            </a:r>
            <a:pPr indent="0" marL="0">
              <a:buNone/>
            </a:pPr>
            <a:r>
              <a:rPr lang="en-US" sz="11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Веб-сервис (SaaS), любые API и модели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983480" y="35661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120640" y="3794760"/>
            <a:ext cx="457200" cy="457200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39136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15000" y="3566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6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ограничение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себестоимость одного пакета (Cost Per Request)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 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Must-Have — обязательные требования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Meeting Intelligence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45920"/>
            <a:ext cx="457200" cy="45720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6479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" y="21762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Локальная транскрибация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MP3, WAV, M4A → текст через Whisper / Faster-Whisper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4630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3008" y="1645920"/>
            <a:ext cx="457200" cy="45720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6479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93008" y="21762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Резюме для руководителя: 3–5 ключевых предложений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4630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27648" y="1645920"/>
            <a:ext cx="457200" cy="45720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6479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27648" y="21762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протокола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327648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Принятые решения, темы и тезисы, открытые вопросы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200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" y="3383280"/>
            <a:ext cx="457200" cy="45720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0215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58368" y="39136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58368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Ответственный, суть задачи, срок (если назван), приоритет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91840" y="3200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493008" y="3383280"/>
            <a:ext cx="457200" cy="45720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50215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493008" y="39136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результатов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3493008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отчёт в .csv, .json или .pdf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126480" y="3200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327648" y="3383280"/>
            <a:ext cx="457200" cy="45720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502152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327648" y="39136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автономность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6327648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Транскрибация и LLM (Ollama, Llama, Qwen) — только локально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 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Nice-to-Have — бонусы и критерии оценки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Meeting Intelligence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Бонусные функции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384048" cy="384048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2" y="1946940"/>
            <a:ext cx="184343" cy="1843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78408" y="181051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Диаризация спикеров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Спикер 1, Спикер 2 или привязка к именам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450592"/>
            <a:ext cx="384048" cy="384048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" y="255044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78408" y="241401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Мультиязычность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RU, KZ, EN, включая смешанную речь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3153948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78408" y="3017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RAG-чат по встрече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спикер А сказал о бюджете?»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3757452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78408" y="362102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Trello, Notion, Jira или файл календаря .ics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57200" y="4261104"/>
            <a:ext cx="384048" cy="384048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52" y="4360956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78408" y="42245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блокеры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Разногласия, спорные вопросы, техриски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оценки · 100 баллов</a:t>
            </a:r>
            <a:endParaRPr lang="en-US" sz="14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663440" y="16916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hape 16"/>
          <p:cNvSpPr/>
          <p:nvPr/>
        </p:nvSpPr>
        <p:spPr>
          <a:xfrm>
            <a:off x="4754880" y="41148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5440680" y="4114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демо — случайное аудио от жюри.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Учитывается скорость обработки 2-минутной записи.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892040" y="4251960"/>
            <a:ext cx="411480" cy="41148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025" y="4358945"/>
            <a:ext cx="197510" cy="197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 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Must-Have — обязательные модули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Factory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/ текст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371600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13716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1371600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13716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3716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API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371600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32120" y="13716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32120" y="13716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Brandbook Overlay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371600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3760" y="13716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13716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Постеры 1:1 · 16:9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965960"/>
            <a:ext cx="1920240" cy="224028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2130552"/>
            <a:ext cx="411480" cy="411480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777" y="2237537"/>
            <a:ext cx="197510" cy="19751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21792" y="2624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Авторизация и проекты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31089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и вход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Изолированные проекты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генераций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60320" y="1965960"/>
            <a:ext cx="1920240" cy="224028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24912" y="2130552"/>
            <a:ext cx="411480" cy="411480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897" y="2237537"/>
            <a:ext cx="197510" cy="19751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724912" y="2624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Prompt Engine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2697480" y="31089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Тезисы и заголовок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Посты под Telegram, Instagram, LinkedIn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 для обложки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663440" y="1965960"/>
            <a:ext cx="1920240" cy="224028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828032" y="2130552"/>
            <a:ext cx="411480" cy="411480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17" y="2237537"/>
            <a:ext cx="197510" cy="19751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4828032" y="2624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&amp; Visual Engine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4800600" y="31089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Фоновый арт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Постер 1:1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Баннер 16:9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766560" y="1965960"/>
            <a:ext cx="1920240" cy="2240280"/>
          </a:xfrm>
          <a:prstGeom prst="roundRect">
            <a:avLst>
              <a:gd name="adj" fmla="val 4762"/>
            </a:avLst>
          </a:prstGeom>
          <a:solidFill>
            <a:srgbClr val="FBEFE7"/>
          </a:solidFill>
          <a:ln w="19050">
            <a:solidFill>
              <a:srgbClr val="D9652B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931152" y="2130552"/>
            <a:ext cx="411480" cy="411480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137" y="2237537"/>
            <a:ext cx="197510" cy="19751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452360" y="2212848"/>
            <a:ext cx="1051560" cy="237744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ОБЯЗАТЕЛЬНО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6931152" y="2624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Брендбук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6903720" y="31089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 под светлый и тёмный фон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Палитра и шрифты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Читаемый текст на постере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1143000" y="4343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Критично: Cost Per Request.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Жюри считает себестоимость одного пакета — лишние токены и дорогие цепочки API штрафуются.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594360" y="4379976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4479828"/>
            <a:ext cx="184343" cy="184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 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Креатив — бонусы и критерии оценки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Factory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Расширения без ограничений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19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 развития выбирает команда. Оценивается в блоке «Креативность» — до 15 баллов.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68296"/>
            <a:ext cx="384048" cy="384048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2" y="2468148"/>
            <a:ext cx="184343" cy="18434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78408" y="23317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форматы контента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Сверх обязательных постеров 1:1 и 16:9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" y="3071652"/>
            <a:ext cx="184343" cy="184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78408" y="293522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Автоматизации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ручных шагов от входа до публикации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575304"/>
            <a:ext cx="384048" cy="384048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3675156"/>
            <a:ext cx="184343" cy="184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78408" y="35387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дистрибуции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медиа-пакета прямо в площадки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57200" y="4178808"/>
            <a:ext cx="384048" cy="384048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4278660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78408" y="41422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Сервисные функции и идеи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Всё, что делает сервис удобнее и оригинальнее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оценки · 100 баллов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663440" y="16916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Shape 15"/>
          <p:cNvSpPr/>
          <p:nvPr/>
        </p:nvSpPr>
        <p:spPr>
          <a:xfrm>
            <a:off x="4754880" y="41148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BEFE7"/>
          </a:solidFill>
          <a:ln w="12700">
            <a:solidFill>
              <a:srgbClr val="FBEFE7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440680" y="4114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свободный.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 FastAPI + React / Next.js; любые API, открытые или локальные модели.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892040" y="4251960"/>
            <a:ext cx="411480" cy="411480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025" y="4358945"/>
            <a:ext cx="197510" cy="197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Удачи!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часов — время пошло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1F4470"/>
          </a:solidFill>
          <a:ln w="12700">
            <a:solidFill>
              <a:srgbClr val="1F44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314700"/>
            <a:ext cx="685800" cy="685800"/>
          </a:xfrm>
          <a:prstGeom prst="ellipse">
            <a:avLst/>
          </a:prstGeom>
          <a:solidFill>
            <a:srgbClr val="2E7FA8"/>
          </a:solidFill>
          <a:ln w="12700">
            <a:solidFill>
              <a:srgbClr val="2E7F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3493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30175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Полные ТЗ обоих треков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лежат в Telegram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09160" y="301752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1F4470"/>
          </a:solidFill>
          <a:ln w="12700">
            <a:solidFill>
              <a:srgbClr val="1F44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3314700"/>
            <a:ext cx="685800" cy="685800"/>
          </a:xfrm>
          <a:prstGeom prst="ellipse">
            <a:avLst/>
          </a:prstGeom>
          <a:solidFill>
            <a:srgbClr val="D9652B"/>
          </a:solidFill>
          <a:ln w="12700">
            <a:solidFill>
              <a:srgbClr val="D965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8" y="34930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30175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Остались вопросы?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пишите в чат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Steppe Tech Hack — задания</dc:title>
  <dc:subject>PptxGenJS Presentation</dc:subject>
  <dc:creator>PptxGenJS</dc:creator>
  <cp:lastModifiedBy>PptxGenJS</cp:lastModifiedBy>
  <cp:revision>1</cp:revision>
  <dcterms:created xsi:type="dcterms:W3CDTF">2026-09-11T03:35:28Z</dcterms:created>
  <dcterms:modified xsi:type="dcterms:W3CDTF">2026-09-11T03:35:28Z</dcterms:modified>
</cp:coreProperties>
</file>